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81" r:id="rId39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Relationship Id="rId39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7716702" cy="3397792"/>
            <a:chOff x="9645115" y="130296"/>
            <a:chExt cx="7838651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7838651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Debugging, Optimization, and Code Reviews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5318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Module three covering debugging, optimization, and AI-assisted code review techniques.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how to present errors and logs to Claude for rapid troubleshooting.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strategies to improve algorithmic complexity and overall application memory usage seamlessly.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Master prompt patterns to integrate Claude effectively into your pull request workflows.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Presenting Errors to Claude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quickly identifies code mistakes, explains underlying issues, and suggests actionable improvements.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complete error messages instead of partial snippets to ensure accurate context.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the exact environment details where the specific software error originally occurred.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Include related code segments surrounding the failing line to improve AI comprehension.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Sharing Stack Traces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502391" y="2446064"/>
            <a:ext cx="10683769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Paste the entire stack trace rather than just the final error line.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Highlight custom application code within the trace to focus Claude on specifics.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explain the exact sequence of events leading to failure.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Filter out irrelevant framework warnings before pasting to maintain strict context limits.</a:t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3685" y="1902788"/>
            <a:ext cx="4619401" cy="4162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Crafting Clear Repro Steps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5" name="Google Shape;165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68" name="Google Shape;168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Detail the exact user actions required to reproduce the bug consistently today.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1" name="Google Shape;171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Provide sample inputs or payload data necessary to trigger the unexpected behavior.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4" name="Google Shape;174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List active database states or mock data required for accurate bug reproduction.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7" name="Google Shape;177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Ask Claude to simulate the repro steps conceptually to verify complete understanding.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Isolating Root Causes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7" name="Google Shape;187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858692" y="399089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targeted questions to eliminate impossible scenarios and narrow down the problem.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58692" y="24065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list potential failure points based on the provided logs.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858692" y="5575258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Claude to explain the code reasoning to uncover hidden logic errors.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754532" y="7159624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focused logging statements to extract more details from the failing function.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Binary Search Debugging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1" name="Google Shape;201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477775" y="2104355"/>
            <a:ext cx="17019300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binary search principles by commenting out halves of the application code.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where to place strategic breakpoints to split the execution flow.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Feed interim log results back to Claude to determine the next halving.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Continue halving the suspected code until the exact buggy line is isolated.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1950" y="4668097"/>
            <a:ext cx="7084100" cy="467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Generating Debugging Hypotheses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3" name="Google Shape;213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generate three distinct hypotheses for why the code fails.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74557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rank the generated hypotheses by their probability of occurrence.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each hypothesis against the known facts and existing runtime error logs.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1824767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a quick test for the most probable hypothesis to confirm validity.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Evaluating Alternative Fixes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7" name="Google Shape;227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2"/>
          <p:cNvSpPr txBox="1"/>
          <p:nvPr/>
        </p:nvSpPr>
        <p:spPr>
          <a:xfrm>
            <a:off x="502391" y="2294510"/>
            <a:ext cx="104704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provide multiple solution options ranging from quick to comprehensive.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the potential side effects of each proposed fix before implementing one.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Claude to explain the trade-offs between the different alternative code solutions.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Select the fix that aligns best with your current system architecture guidelines.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85625" y="2355422"/>
            <a:ext cx="508635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Spotting Performance Bottlenecks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9" name="Google Shape;239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3"/>
          <p:cNvSpPr txBox="1"/>
          <p:nvPr/>
        </p:nvSpPr>
        <p:spPr>
          <a:xfrm>
            <a:off x="7702321" y="2777960"/>
            <a:ext cx="959232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execution times and profiling logs for Claude to analyze potential slowdowns.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pinpoint specific functions causing major latency in the application.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redundant database queries and ask Claude for efficient batching alternative methods.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heavy computational tasks and request lighter processing strategies from the AI.</a:t>
            </a:r>
            <a:endParaRPr/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558" y="2563868"/>
            <a:ext cx="6448425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Eliminating N² Loops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1" name="Google Shape;251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4"/>
          <p:cNvSpPr txBox="1"/>
          <p:nvPr/>
        </p:nvSpPr>
        <p:spPr>
          <a:xfrm>
            <a:off x="502391" y="2275022"/>
            <a:ext cx="1063910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locate nested loops, whose cost grows quadratically with input size.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for refactoring suggestions using hash maps or dictionaries to reduce complexity.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the before and after execution times of the refactored loop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Confirm the output is identical before trusting the speedup. A faster wrong answer is still wrong.</a:t>
            </a:r>
            <a:endParaRPr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70608" y="2275022"/>
            <a:ext cx="58293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Reducing Unnecessary I/O Operations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3" name="Google Shape;263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6848970" y="2593571"/>
            <a:ext cx="10114372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excessive network calls and ask Claude to design an efficient cache.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strategies for combining multiple small database reads into single bulk queries.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review file reading logic for potential memory buffering improvements.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asynchronous I/O patterns following Claude's concurrent programming and structural code suggestions.</a:t>
            </a:r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477" y="2127165"/>
            <a:ext cx="5331976" cy="521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Improving Algorithmic Complexity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5" name="Google Shape;275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6"/>
          <p:cNvSpPr/>
          <p:nvPr/>
        </p:nvSpPr>
        <p:spPr>
          <a:xfrm>
            <a:off x="1187465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current algorithms and ask Claude to calculate their Big-O time complexity.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7970858" y="2550262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Analyze the mathematical trade-offs between processing speed and algorithmic data structure choices.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4036735" y="5823196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Request algorithmic alternatives that reduce time complexity from linear to logarithmic scales.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11034196" y="5807635"/>
            <a:ext cx="6005815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Verify that the optimized algorithm handles edge cases as flawlessly as before.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Enhancing Memory Usage Efficiency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9" name="Google Shape;289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7"/>
          <p:cNvSpPr txBox="1"/>
          <p:nvPr/>
        </p:nvSpPr>
        <p:spPr>
          <a:xfrm>
            <a:off x="502391" y="2167708"/>
            <a:ext cx="103688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identify memory leaks caused by unclosed connections or streams.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suggestions for processing massive datasets using generators instead of memory arrays.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garbage collection best practices recommended by Claude for your specific language.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Optimize object creation within loops to reduce unnecessary memory allocation overhead costs.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17721" y="1961920"/>
            <a:ext cx="587692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Proposing Code Patterns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1" name="Google Shape;301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8"/>
          <p:cNvSpPr txBox="1"/>
          <p:nvPr/>
        </p:nvSpPr>
        <p:spPr>
          <a:xfrm>
            <a:off x="7237568" y="2797409"/>
            <a:ext cx="1033703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recommend appropriate design patterns for your specific structural challenges.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how a Singleton or Factory pattern could improve your current implementation.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advanced refactoring advice to transition procedural code into object-oriented architectural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proposed patterns align cleanly with modern framework conventions and standards.</a:t>
            </a:r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423" y="2297688"/>
            <a:ext cx="5589109" cy="501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Driving Design Improvements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3" name="Google Shape;313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9"/>
          <p:cNvSpPr/>
          <p:nvPr/>
        </p:nvSpPr>
        <p:spPr>
          <a:xfrm>
            <a:off x="809580" y="2277168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your class architecture and ask Claude to suggest decoupling strategy methods.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809580" y="3819479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advice on applying SOLID principles to your existing messy code base.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809580" y="5361790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Claude to generate interface definitions that abstract complex underlying business logic.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809583" y="6904097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architectural changes by discussing long-term maintenance implications with the AI assistant.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Claude as a Pull Request Partner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7" name="Google Shape;327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30"/>
          <p:cNvSpPr txBox="1"/>
          <p:nvPr/>
        </p:nvSpPr>
        <p:spPr>
          <a:xfrm>
            <a:off x="502391" y="2234258"/>
            <a:ext cx="9686638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Claude as a dedicated reviewer by pasting pending pull request changes.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 effective AI prompt focuses on critical bugs, performance, security, and correctness. 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to summarize the core changes to verify your intended logic.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feedback from the perspective of a senior developer evaluating junior code.</a:t>
            </a:r>
            <a:endParaRPr/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1739" y="1651233"/>
            <a:ext cx="510540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Prompts for Code Correctness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9" name="Google Shape;33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verify if the new logic breaks existing test cases.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a checklist of potential logical failures introduced by the new commit.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specifically if all edge cases and null values are handled properly.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that the implemented solution perfectly matches the original business requirement ticket.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Reviewing for Clarity and Style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3" name="Google Shape;353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32"/>
          <p:cNvSpPr txBox="1"/>
          <p:nvPr/>
        </p:nvSpPr>
        <p:spPr>
          <a:xfrm>
            <a:off x="6949621" y="2258483"/>
            <a:ext cx="1034502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Claude if the variable names accurately describe their contained data values.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suggestions to simplify overly complex conditional statements into readable format structures.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code strictly follows the established team linting and formatting guidelines.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overly verbose prompts that generate minor stylistic feedback and review overload.</a:t>
            </a:r>
            <a:endParaRPr/>
          </a:p>
        </p:txBody>
      </p:sp>
      <p:pic>
        <p:nvPicPr>
          <p:cNvPr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16529"/>
            <a:ext cx="6031502" cy="4026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Security Vulnerability Scanning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5" name="Google Shape;365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33"/>
          <p:cNvSpPr txBox="1"/>
          <p:nvPr/>
        </p:nvSpPr>
        <p:spPr>
          <a:xfrm>
            <a:off x="502392" y="2446064"/>
            <a:ext cx="9918866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Claude to scan the pull request for hardcoded secrets or passwords.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for a specific review identifying potential SQL injection or cross-site scripting.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validation that user inputs are properly sanitized before internal database processing.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that authentication and authorization checks are correctly applied to new endpoints.</a:t>
            </a:r>
            <a:endParaRPr/>
          </a:p>
        </p:txBody>
      </p:sp>
      <p:pic>
        <p:nvPicPr>
          <p:cNvPr id="368" name="Google Shape;3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2192" y="2652125"/>
            <a:ext cx="5842454" cy="382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Structuring AI Review Output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7" name="Google Shape;377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34"/>
          <p:cNvSpPr/>
          <p:nvPr/>
        </p:nvSpPr>
        <p:spPr>
          <a:xfrm>
            <a:off x="861347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 Claude to output reviews using bullet points for quick human scanning.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8138952" y="2585558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for a verdict in words: must fix before merge, or safe to merge with notes.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3238459" y="5875523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Require the AI to categorize feedback into critical issues and minor suggestions.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10783356" y="5875522"/>
            <a:ext cx="6416040" cy="2690751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Instruct Claude to provide specific code snippets illustrating the proposed review changes.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Integrating AI with Human Processes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1" name="Google Shape;391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35"/>
          <p:cNvSpPr/>
          <p:nvPr/>
        </p:nvSpPr>
        <p:spPr>
          <a:xfrm>
            <a:off x="1343220" y="25721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Claude as the first defense line before assigning a human reviewer.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1343220" y="4143071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Claude's summarized findings with the team to accelerate the review process.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1343220" y="5714038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Encourage developers to debate Claude's suggestions to foster deeper technical team understanding.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1343220" y="728500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human accountability for final approvals regardless of the AI assistant's recommendations.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5" name="Google Shape;405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36"/>
          <p:cNvSpPr txBox="1"/>
          <p:nvPr/>
        </p:nvSpPr>
        <p:spPr>
          <a:xfrm>
            <a:off x="502391" y="222753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accelerates debugging by analyzing logs and testing hypotheses to find bugs.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Performance bottlenecks and algorithmic complexity are easily optimized using targeted AI prompts.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AI-assisted code reviews ensure higher correctness, security, and clarity before final merging.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Integrating Claude into daily workflows empowers developers to write reliable, efficient code.</a:t>
            </a:r>
            <a:endParaRPr/>
          </a:p>
        </p:txBody>
      </p:sp>
      <p:pic>
        <p:nvPicPr>
          <p:cNvPr id="408" name="Google Shape;40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317993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5" name="Google Shape;415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6" name="Google Shape;416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Exercises in This Module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7: Diagnose and fix a failing test suite. 15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8: Measure, optimise, then verify a slow function. 15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9: Review a pull request diff by severity. 15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need Python and pytest. No API key in this module.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5796" y="1902788"/>
            <a:ext cx="5562600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