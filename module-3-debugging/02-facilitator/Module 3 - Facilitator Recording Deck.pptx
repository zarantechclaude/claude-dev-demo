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14"/>
    <p:sldId id="277" r:id="rId13"/>
    <p:sldId id="278" r:id="rId12"/>
    <p:sldId id="279" r:id="rId11"/>
    <p:sldId id="280" r:id="rId10"/>
    <p:sldId id="281" r:id="rId8"/>
    <p:sldId id="282" r:id="rId7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4.xml"/><Relationship Id="rId8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Module 3 Facilitator Recording Deck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Debugging, Optimization, and Code Reviews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runtime: 80 minutes across 10 videos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TRAINER ONLY. Do not publish and do not show on camera.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deck names planted defects. A learner who sees it loses the exercises.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 narration is in 02-facilitator/recording-script.md.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3.1: Cold open on the Module 2 suite, presenting errors, traces, repro steps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3.2: Isolating root causes, binary search, ranked hypotheses, alternative fixes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3.3: Bottlenecks, quadratic loops, I/O, complexity, memory (10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3.4: Patterns, design, pull request partner, review prompts, human sign-off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3.5: Exercise 7 part 1, steps 1 to 6, first failure and the derived range (8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3.6: Exercise 7 part 2, steps 7 to 10, still red, ranked hypotheses, green (7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3.7: Exercise 8 part 1, steps 1 to 5, baseline and diagnosis (7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3.8: Exercise 8 part 2, steps 6 to 10, optimise, verify, then time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3.9: Exercise 9 part 1, steps 1 to 4, your own read and Round 1 scored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3.10: Exercise 9 part 2, steps 5 to 10, Round 2 and the comparison (7 min)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3.1: A Green Suite That Is Not Finished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terminal, then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cd into the Exercise 6 starter folder, pytest -v, green.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expected-to-fail line, cursor on it.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the marker removed. Terminal, pytest -v again, red.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 to 4.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3.1: A Green Suite That Is Not Finished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If your finished Exercise 6 suite has no expected-to-fail test in it, do not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repair the utility module to make the red line go away. It is a teaching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Scrollback. This is the first terminal shot of the module and anything above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3.2: Root Causes and Ranked Hypotheses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8, 9, 10, 11 at an even pace, roughly two minutes each.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Four dense slides with no screen cut is the flattest stretch in the module. Vary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demonstrate a debugging prompt here. Exercise 7 does it against a real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extend slide 9 into a version control demonstration. The commit-bisect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3.3: Performance, and the Word That Costs You...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12.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13, held for four minutes. Say the numbers out loud: ten times the data,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14, 15, 16.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say "exponential" anywhere in this video, including as the wrong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3.3: Performance, and the Word That Costs You...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a terminal to demonstrate timing here. Exercise 8 is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quote a specific speedup multiple in this video. The number belongs to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3.4: Review, and Who Signs Off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17, 18.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19, 20, 21, 22.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23, held slightly longer.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24, 25, 26.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3.4: Review, and Who Signs Off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use an emoji on screen or in narration anywhere in this module. The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overclaim what a review prompt catches. Everything in Exercise 9 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turn slide 24 into a policy statement about the learner's employer. Say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3.5: Exercise 7 Part 1, One Fix Is Not the Fix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terminal, plus browser and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pytest -v, the full output with all three failures visible.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four facts, with the failure count written down.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the whole failing section selected and copied.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the root cause prompt with the function and the full traceback pasted.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3.5: Exercise 7 Part 1, One Fix Is Not the Fix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count on screen must be three failures. If it is one or two,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say the admissible range out loud before the derivation. Deriving it 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edit test_buggy_inventory.py at any point, and do not let a prompt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3.6: Exercise 7 Part 2, Still Red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terminal, plus browser and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pytest -v, the exception gone and one failure remaining. Hold this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the remaining failure section, showing the actual and expected values.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the ranked hypotheses prompt and its three ranked answers.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the cheap check for hypothesis one, run live.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3.6: Exercise 7 Part 2, Still Red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fix both problems in Part 1 and then show a single green run. The whole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name the arithmetic mistake in the second defect before the ranked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git diff will show your Part 1 change as well. That is fine and it is the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3.7: Exercise 8 Part 1, Measure Before You Touch...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terminal, plus browser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python slow_lookup.py. Let the elapsed time land.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both numbers written in.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count_matches, including the docstring, with the cursor on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 or editor, the comparison count written out: 12,000 times 12,000.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3.7: Exercise 8 Part 1, Measure Before You Touch...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match count on screen must be 24326. That number is the correctness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Elapsed time is machine dependent. Roughly two to three seconds is the target.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say what the wrong optimisation returns. That number belongs in the next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3.8: Exercise 8 Part 2, The Fast Wrong Answer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terminal, plus browser and editor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the optimisation prompt. Editor, fast_lookup.py saved.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two predictions written before anything is run.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compare_lookup.py typed or pasted, with the assertion visible above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Terminal, python compare_lookup.py. Hold the output.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3.8: Exercise 8 Part 2, The Fast Wrong Answer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Check correctness before celebrating the speedup, on camera, in that order.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quote the speedup multiple as a property of the technique. Say "on this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skip step 7's prediction because you already know the answer. It is the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3.9: Exercise 9 Part 1, The Prompt People Actually...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editor, plus browser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sample_pr.diff, scrolled top to bottom at reading pace. Pause on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numbered list built live, five or six items.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a genuinely new conversation. The three-word prompt, then the diff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Round 1 response, scrolled through once.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3.9: Exercise 9 Part 1, The Prompt People Actually...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add anything to the Round 1 prompt, not even a polite framing sentence.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Start a genuinely new conversation. Context from an earlier chat quietly shapes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narrate what Round 1 "should" find. Read what it did find. The lab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3.10: Exercise 9 Part 2, Same Diff, Different Review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browser, plus notes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Round 1's tallies, as the opening frame.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new conversation, the Round 2 prompt, then the same diff pasted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Round 2 response, grouped, scrolled once.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comparison table filled with real numbers from both rounds.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3.10: Exercise 9 Part 2, Same Diff, Different Review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Both rounds must be in separate conversations, visibly. If Round 2 runs in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paste an edited diff into Round 2. Same bytes, both rounds. Say so on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your comparison numbers as though they were the expected numbers.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This Module Fails Without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number of failures and the number of problems are different numbers, and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test suite is a specification, and when the failing line does not determine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Nested loops grow quadratically, not exponentially, and saying the wrong word in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Correctness is checked before the clock, because a faster wrong answer is worse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Severity, scope and exclusions are the reviewer's job to supply, and an empty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