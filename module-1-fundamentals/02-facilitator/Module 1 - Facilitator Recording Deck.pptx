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14"/>
    <p:sldId id="277" r:id="rId13"/>
    <p:sldId id="278" r:id="rId12"/>
    <p:sldId id="279" r:id="rId11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Module 1 Facilitator Recording Deck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Fundamentals of Claude for Developers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runtime: 74 minutes across 8 videos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TRAINER ONLY. Do not publish and do not show on camera.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deck names planted defects. A learner who sees it loses the exercises.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 narration is in 02-facilitator/recording-script.md.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1.1: What Claude is, where developers reach it, Claude Code previewed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1.2: Repo as context versus repo as workspace, tiers, use cases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1.3: Prompt anatomy: instructions, context, examples, constraints (9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1.4: Responsible use, secrets and PII, trust versus verify, reuse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1.5: Exercise 1, all seven steps (12 min)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Breakdown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1.6: Exercise 2, all eight steps (12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1.7: Exercise 3 part 1, steps 1 to 3, your own checklist pass (8 min)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1.8: Exercise 3 part 2, steps 4 to 8, reconcile and verdict (7 min)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1.1: What Claude Is, and Where You Reach It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1, title. Say the module name and your name once.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2, disclaimer. One line. Do not read it out in full.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3, agenda. Ten seconds per line at most.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4, the exercise map. Hold this one. It is the navigation slide for the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1.1: What Claude Is, and Where You Reach It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the browser in this video. It is a deck lecture and the labs are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Slide 7 tempts an unscripted demo of Claude Code. Resist it. Module 1 is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name a model version anywhere in this video, and do not read a version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1.2: Repo as Context, Repo as Workspace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deck, then browser, then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8, on screen for the whole explanation before you cut away.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a conversation with the repository attached as context. Send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Back to slide 8 for the decision rule.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9, 10, 11.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1.2: Repo as Context, Repo as Workspace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model picker is in shot the moment you switch to the browser. Frame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sidebar is in shot for the whole browser segment. Conversation titles and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open a terminal to prove the commit did not happen. There is no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1.3: Prompt Anatomy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 minutes | deck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12 and 13, quickly.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14, 15, 16, 17, at an even pace. Roughly one minute each.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18 and 19.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Four consecutive similarly shaped slides is where recorded narration goes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1.3: Prompt Anatomy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demo prompts here. Exercise 2 is the demo and doing it twice wastes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Avoid inventing a fifth part. The lab's optional extra heading is output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1.4: Responsible Use, Secrets, and Verify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deck, brief cut to editor on slide 21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20.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 21, held. Cut to the editor showing order_sync.py lines 10 to 25,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Slides 22, 23, 24, 25, 26, 27.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order_sync.py contains a deliberately fake credential using an obvious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1.4: Responsible Use, Secrets, and Verify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scroll further down order_sync.py than the two lines you need.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cut slide 21 for time. If you are running long, take the thirty seconds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1.5: Exercise 1, Explain and Then Verify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browser, plus editor for the starter file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signed in, sidebar visible and clean. Point at the four areas.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open-ended prompt and its reply.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running_average.py, the function only. Trace the loop with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New conversation. Paste the function from def to the end of file. Send the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1.5: Exercise 1, Explain and Then Verify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Paste from a plain text view. Copying from a rendered file view loses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paste the TEACHING ARTEFACT header block. It names the defect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say "the bug" before Step 5. The whole design of this exercise is that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1.6: Exercise 2, Structure a Developer Prompt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minutes | browser, plus a scratch file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new conversation, the three-word prompt and its output.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Scratch file, the list of guesses typed live. Six lines, no more.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Scratch file, the four labelled parts assembled.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the structured prompt sent, output read.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1.6: Exercise 2, Structure a Developer Prompt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Use user@example.com style placeholders throughout. Do not type a real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tidy the weak prompt. Lowercase, no punctuation, exactly as written.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The ablation runs need fresh conversations. Reusing one carries the deleted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1.7: Exercise 3 Part 1, Your Own Review Pass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minutes | editor, plus a notes file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Editor, order_sync.py, scroll from top to bottom once at reading pace.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three answers.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intended use table.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three checklist sections.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1.7: Exercise 3 Part 1, Your Own Review Pass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mark the security section on camera. That is where the headline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read the credential string aloud. Say "a hardcoded credential on line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count the defects on camera or say how many there are. A stated total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1.8: Exercise 3 Part 2, Reconcile and Decide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 minutes | browser, plus the notes file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Browser, new conversation, the review prompt with the checklist and the code.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The returned table, scrolled once.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Editor and browser side by side for one anchoring check on a cited line number.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Show: Notes file, the three reconciliation categories with at least one item in each.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Video 1.8: Exercise 3 Part 2, Reconcile and Decide (cont.)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Your verdict on camera is "draft only, not production ready". Do not soften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Do not enumerate every defect while reconciling. Show the method on two or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Watch out: If Claude's review this take is unusually thorough and finds nearly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This Module Fails Without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Attaching a repository gives Claude reading material, while Claude Code gives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fluent explanation is not evidence, and the cheapest way to settle one is to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prompt is a specification, and every part you leave out gets decided by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Credentials and personal data must never enter a prompt, and log lines are the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review finding that cannot be anchored to a line in the file is not a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