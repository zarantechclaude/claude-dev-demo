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14"/>
    <p:sldId id="277" r:id="rId13"/>
    <p:sldId id="278" r:id="rId12"/>
    <p:sldId id="279" r:id="rId11"/>
    <p:sldId id="280" r:id="rId10"/>
    <p:sldId id="281" r:id="rId8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8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font" Target="fonts/Lato-regular.fntdata"/><Relationship Id="rId32" Type="http://schemas.openxmlformats.org/officeDocument/2006/relationships/font" Target="fonts/Lato-bold.fntdata"/><Relationship Id="rId33" Type="http://schemas.openxmlformats.org/officeDocument/2006/relationships/font" Target="fonts/Lato-italic.fntdata"/><Relationship Id="rId34" Type="http://schemas.openxmlformats.org/officeDocument/2006/relationships/font" Target="fonts/Lato-boldItalic.fntdata"/><Relationship Id="rId35" Type="http://schemas.openxmlformats.org/officeDocument/2006/relationships/font" Target="fonts/OpenSans-regular.fntdata"/><Relationship Id="rId36" Type="http://schemas.openxmlformats.org/officeDocument/2006/relationships/font" Target="fonts/OpenSans-bold.fntdata"/><Relationship Id="rId37" Type="http://schemas.openxmlformats.org/officeDocument/2006/relationships/font" Target="fonts/OpenSans-italic.fntdata"/><Relationship Id="rId38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Module 2 Facilitator Recording Deck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for Coding Tasks (Claude Code)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Total runtime: 89 minutes across 9 videos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TRAINER ONLY. Do not publish and do not show on camera.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deck names planted defects. A learner who sees it loses the exercises.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 narration is in 02-facilitator/recording-script.md.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2.1: Module opening, what Claude Code is and what changes from Module 1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2.2: Project context, the context file, file sharing, the big picture (10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2.3: Generation from specs, components, refactoring, modularisation, patterns (9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2.4: Documentation, README structure, unit and integration tests, consistency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2.5: Exercise 4, all six steps (12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2.6: Exercise 5 Part 1, draft from the user story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2.7: Exercise 5 Parts 2 and 3, the refactor trap and the annotation (12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2.8: Exercise 6 steps 1 to 7, docstrings, usage notes, generated tests to green (11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2.9: Exercise 6 steps 8 and 9, the coverage hunt and the contracts (11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2.1: What Changes Now That You Have a Terminal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deck, with one short terminal cut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 to 4.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5.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6, then cut to the terminal. cd into the short recording path, start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Back to slide 6 for the closing line.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2.1: What Changes Now That You Have a Terminal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This is the first terminal frame in the programme, so it sets the standard for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let the cd reveal a personal home directory. Work from the short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If Claude Code prints anything on startup that names a version, do not read it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2.2: The Project Context File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 minutes | deck, then editor, then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7.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8, held while you state the mechanism.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the course repository's CLAUDE.md, scrolled to the intentional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Same file, the conventions sections, briefly.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2.2: The Project Context File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Only the course repository is open in the editor sidebar. Other repository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scroll into the part of CLAUDE.md that lists the three things that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read the file's approved statistics section aloud as a marketing beat.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2.3: Generation, Refactoring, and the Preservation...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12, 13, 14.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15, held longer than the others.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16, 17, 18, 19.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describe the Exercise 5 trap here. If you say "it will replace your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2.3: Generation, Refactoring, and the Preservation...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demo a refactor in this video. There is no runtime budget for it and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15's remaining three bullets are vendor wording and read a little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2.4: Documentation, Tests, and Consistency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20, 21, 22.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23, 24.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25, 26, 27.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name a specific testing framework version, and do not read a framework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2.4: Documentation, Tests, and Consistency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23 names two test frameworks. One of them is not Python. Mention that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Resist adding a live docstring demo. Exercise 6 opens with exactly that, four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2.5: Exercise 4, Write the Context File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minutes | terminal, plus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cd into the practice project, start Claude Code.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Step 2 prompt and both lists in the response.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CLAUDE.md created at the practice project root, typed live with all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exit the session, start it again, send the Step 5 prompt.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2.5: Exercise 4, Write the Context File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Use a practice project, not the course repo. The course repo already has a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practice project is on screen for twelve minutes. Do not use a real work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Exit and restart the session visibly at Step 5. If you skip the restart, the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2.6: Exercise 5 Part 1, Draft It From the Story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terminal, plus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Claude Code running in the course repo clone.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drafting prompt, sent.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register_draft.py saved in the exercise folder.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five checks worked through against the file, cursor on the relevant lines.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2.6: Exercise 5 Part 1, Draft It From the Story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Save the draft in the exercise folder with the exact filename the lab uses.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open messy_registration.py in this video. Part 2 opens on it and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run the endpoint. Flask is optional in this lab and reading is enough. A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2.7: Exercise 5 Parts 2 and 3, The Refactor That...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minutes | terminal, plus editor with a side-by-side diff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messy_registration.py, scrolled once end to end.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the naive prompt, sent. register_refactored_v1.py saved.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original and version one side by side. Walk the structural improvements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Cursor held on the credential handling line in version one.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2.7: Exercise 5 Parts 2 and 3, The Refactor That...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naive prompt's output varies between takes, and it may preserve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Whichever branch you take, never say "it always does this" or "it will replace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print or echo any hash value beyond what is already in the file on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2.8: Exercise 6 Part 1, Docstrings, Notes, and Green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 minutes | terminal, plus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undocumented_utils.py, all three functions.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nine lines, with the three uncertain inputs visibly marked.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the docstrings prompt, result applied.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the four verification checks against the code.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2.8: Exercise 6 Part 1, Docstrings, Notes, and Green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Run pytest from inside the starter/ folder. Run it from the repo root and you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modify undocumented_utils.py. It has no planted bugs and its behaviour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If every generated test passes first time, say so and say what it suggests: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2.9: Exercise 6 Part 2, The Hunt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 minutes | terminal, plus notes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pytest -v, green, as the opening frame.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the three uncertain inputs checked against the test file by hand.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the gap-list prompt and its function-by-function answer.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three one-line Python calls using repr, actual values recorded in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2.9: Exercise 6 Part 2, The Hunt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fix undocumented_utils.py, and do not let a prompt talk you into it on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Use repr in every call, visibly. If you print without it once, you undercut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present the undecided case as a failure to reach an answer. It is the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What This Module Fails Without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Project context belongs in a file at the repository root that gets read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context file holds durable facts and boundaries, never the current task, and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refactor prompt without a preservation constraint is heard as a rewrite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"The assistant improved my code" and "the assistant broke my system" can both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green test suite measures the tests you have and says nothing about the tests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34812" y="2038948"/>
            <a:ext cx="52863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